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4630400" cy="8229600"/>
  <p:notesSz cx="8229600" cy="14630400"/>
  <p:embeddedFontLst>
    <p:embeddedFont>
      <p:font typeface="Lora" pitchFamily="2" charset="-52"/>
      <p:regular r:id="rId11"/>
    </p:embeddedFont>
    <p:embeddedFont>
      <p:font typeface="Source Sans 3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4EE"/>
    <a:srgbClr val="FFA278"/>
    <a:srgbClr val="FF8ACF"/>
    <a:srgbClr val="B196FF"/>
    <a:srgbClr val="6DB0FF"/>
    <a:srgbClr val="D363BE"/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36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43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65000">
              <a:srgbClr val="FF8ACF"/>
            </a:gs>
            <a:gs pos="35000">
              <a:srgbClr val="B196FF"/>
            </a:gs>
            <a:gs pos="0">
              <a:srgbClr val="6DB0FF"/>
            </a:gs>
            <a:gs pos="100000">
              <a:srgbClr val="FFA278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4015" y="3203138"/>
            <a:ext cx="8690372" cy="971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  <a:ea typeface="Lora" pitchFamily="34" charset="-122"/>
                <a:cs typeface="Lora" pitchFamily="34" charset="-120"/>
              </a:rPr>
              <a:t>WINTER SPARROW EYE</a:t>
            </a:r>
            <a:endParaRPr lang="en-US" sz="61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4540687"/>
            <a:ext cx="929735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Интернет-магазин ювелирных изделий и арт-объектов</a:t>
            </a:r>
            <a:endParaRPr lang="en-US" sz="2350" dirty="0"/>
          </a:p>
        </p:txBody>
      </p:sp>
      <p:pic>
        <p:nvPicPr>
          <p:cNvPr id="6" name="Рисунок 5" descr="Изображение выглядит как картина, Детское искусство, рисунок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2D4DDA4-6FA5-AC33-0E71-486721038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10" t="1091" r="2688" b="2083"/>
          <a:stretch>
            <a:fillRect/>
          </a:stretch>
        </p:blipFill>
        <p:spPr>
          <a:xfrm>
            <a:off x="9601200" y="0"/>
            <a:ext cx="50292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032" y="517192"/>
            <a:ext cx="6930747" cy="105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44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Какую проблему решали?</a:t>
            </a:r>
            <a:endParaRPr lang="en-US" sz="44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4032" y="1834515"/>
            <a:ext cx="12982337" cy="37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565342" y="2313490"/>
            <a:ext cx="5865138" cy="3813810"/>
          </a:xfrm>
          <a:prstGeom prst="roundRect">
            <a:avLst>
              <a:gd name="adj" fmla="val 926"/>
            </a:avLst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89873" y="2306940"/>
            <a:ext cx="4432102" cy="123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36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Вызов</a:t>
            </a:r>
            <a:endParaRPr lang="en-US" sz="36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89873" y="3485793"/>
            <a:ext cx="5394365" cy="233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Нам была поставлена задача разработать полноценное fullstack приложение для ювелирного бренда, в виде сайта, в условиях ограниченных сроков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762512" y="2468642"/>
            <a:ext cx="7220903" cy="3813810"/>
          </a:xfrm>
          <a:prstGeom prst="roundRect">
            <a:avLst>
              <a:gd name="adj" fmla="val 926"/>
            </a:avLst>
          </a:prstGeom>
          <a:solidFill>
            <a:srgbClr val="2528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997898" y="2677001"/>
            <a:ext cx="6750129" cy="336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Нужно было передать дух и настроение бренда, создать сайт с интуитивно понятным интерфейсом, используя современные технологии.</a:t>
            </a:r>
            <a:endParaRPr lang="en-US" sz="185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Важно было предусмотреть возможность редактировать контент без привлечения разработчиков. Заложить масштабируемую архитектуру для дальнейшего развития проекта.</a:t>
            </a:r>
            <a:endParaRPr lang="en-US" sz="185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Также требовалось учесть локализацию компании для европейского рынка и особенности местного менталитета.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4032" y="6381259"/>
            <a:ext cx="12982337" cy="37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4032" y="7015385"/>
            <a:ext cx="12982337" cy="37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0FA4311-9285-B680-1377-159ECF36A681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29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7116" y="3305786"/>
            <a:ext cx="6998012" cy="758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ru-RU" sz="32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Чему научились на проекте</a:t>
            </a:r>
          </a:p>
        </p:txBody>
      </p:sp>
      <p:sp>
        <p:nvSpPr>
          <p:cNvPr id="4" name="Shape 1"/>
          <p:cNvSpPr/>
          <p:nvPr/>
        </p:nvSpPr>
        <p:spPr>
          <a:xfrm>
            <a:off x="2068592" y="4544497"/>
            <a:ext cx="3424952" cy="1180386"/>
          </a:xfrm>
          <a:prstGeom prst="roundRect">
            <a:avLst>
              <a:gd name="adj" fmla="val 929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732" y="4544497"/>
            <a:ext cx="91440" cy="11803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21600" y="4728924"/>
            <a:ext cx="2987516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Разработка full-stack веб-приложения и проектирование REST API.</a:t>
            </a:r>
            <a:endParaRPr lang="en-US" sz="1550" dirty="0"/>
          </a:p>
        </p:txBody>
      </p:sp>
      <p:sp>
        <p:nvSpPr>
          <p:cNvPr id="7" name="Shape 3"/>
          <p:cNvSpPr/>
          <p:nvPr/>
        </p:nvSpPr>
        <p:spPr>
          <a:xfrm>
            <a:off x="5602605" y="4544497"/>
            <a:ext cx="3425071" cy="1180386"/>
          </a:xfrm>
          <a:prstGeom prst="roundRect">
            <a:avLst>
              <a:gd name="adj" fmla="val 929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745" y="4544497"/>
            <a:ext cx="91440" cy="11803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55613" y="4728924"/>
            <a:ext cx="29876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Работа с базой данных и использованием ORM, оптимизация запросов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9136737" y="4544497"/>
            <a:ext cx="3424952" cy="1180386"/>
          </a:xfrm>
          <a:prstGeom prst="roundRect">
            <a:avLst>
              <a:gd name="adj" fmla="val 929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877" y="4544497"/>
            <a:ext cx="91440" cy="118038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89745" y="4728924"/>
            <a:ext cx="2987516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Реализация защищенной системы авторизации пользователей.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3835598" y="5833943"/>
            <a:ext cx="3424952" cy="1180386"/>
          </a:xfrm>
          <a:prstGeom prst="roundRect">
            <a:avLst>
              <a:gd name="adj" fmla="val 929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738" y="5833943"/>
            <a:ext cx="91440" cy="118038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088606" y="6018371"/>
            <a:ext cx="2987516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Построение масштабируемой архитектуры для frontend и backend.</a:t>
            </a:r>
            <a:endParaRPr lang="en-US" sz="1550" dirty="0"/>
          </a:p>
        </p:txBody>
      </p:sp>
      <p:sp>
        <p:nvSpPr>
          <p:cNvPr id="16" name="Shape 9"/>
          <p:cNvSpPr/>
          <p:nvPr/>
        </p:nvSpPr>
        <p:spPr>
          <a:xfrm>
            <a:off x="7369612" y="5833943"/>
            <a:ext cx="3425071" cy="1180386"/>
          </a:xfrm>
          <a:prstGeom prst="roundRect">
            <a:avLst>
              <a:gd name="adj" fmla="val 929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752" y="5833943"/>
            <a:ext cx="91440" cy="118038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622619" y="6018371"/>
            <a:ext cx="29876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Командное взаимодействие и разрешение конфликтов  через Git.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2068592" y="7136963"/>
            <a:ext cx="10493216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99CE9D3-2724-BCD1-B76A-CCE83249CC79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002" y="263128"/>
            <a:ext cx="9097089" cy="949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40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С какими трудностями столкнулись</a:t>
            </a:r>
            <a:endParaRPr lang="en-US" sz="40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82002" y="1991916"/>
            <a:ext cx="4216479" cy="2555796"/>
          </a:xfrm>
          <a:prstGeom prst="roundRect">
            <a:avLst>
              <a:gd name="adj" fmla="val 572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3" y="1991916"/>
            <a:ext cx="121920" cy="25557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7284" y="2245757"/>
            <a:ext cx="3617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Сжатые сроки разработки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127284" y="3422452"/>
            <a:ext cx="3617357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06960" y="1991916"/>
            <a:ext cx="4216479" cy="2555796"/>
          </a:xfrm>
          <a:prstGeom prst="roundRect">
            <a:avLst>
              <a:gd name="adj" fmla="val 572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480" y="1991916"/>
            <a:ext cx="121920" cy="25557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52242" y="2245757"/>
            <a:ext cx="3617357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Интеграция платежных систем</a:t>
            </a:r>
            <a:endParaRPr lang="en-US" sz="3300" dirty="0"/>
          </a:p>
        </p:txBody>
      </p:sp>
      <p:sp>
        <p:nvSpPr>
          <p:cNvPr id="10" name="Text 6"/>
          <p:cNvSpPr/>
          <p:nvPr/>
        </p:nvSpPr>
        <p:spPr>
          <a:xfrm>
            <a:off x="5552242" y="3948232"/>
            <a:ext cx="3617357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31918" y="1991916"/>
            <a:ext cx="4216479" cy="2555796"/>
          </a:xfrm>
          <a:prstGeom prst="roundRect">
            <a:avLst>
              <a:gd name="adj" fmla="val 572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438" y="1991916"/>
            <a:ext cx="121920" cy="25557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77199" y="2245757"/>
            <a:ext cx="3617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Освоение новых фреймворков</a:t>
            </a:r>
            <a:endParaRPr lang="en-US" sz="3300" dirty="0"/>
          </a:p>
        </p:txBody>
      </p:sp>
      <p:sp>
        <p:nvSpPr>
          <p:cNvPr id="14" name="Text 9"/>
          <p:cNvSpPr/>
          <p:nvPr/>
        </p:nvSpPr>
        <p:spPr>
          <a:xfrm>
            <a:off x="9977199" y="3422452"/>
            <a:ext cx="3617357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2994422" y="4756190"/>
            <a:ext cx="4216479" cy="2555796"/>
          </a:xfrm>
          <a:prstGeom prst="roundRect">
            <a:avLst>
              <a:gd name="adj" fmla="val 572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42" y="4756190"/>
            <a:ext cx="121920" cy="25557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39703" y="5010031"/>
            <a:ext cx="3617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Синхронизация работы команды</a:t>
            </a:r>
            <a:endParaRPr lang="en-US" sz="3300" dirty="0"/>
          </a:p>
        </p:txBody>
      </p:sp>
      <p:sp>
        <p:nvSpPr>
          <p:cNvPr id="18" name="Text 12"/>
          <p:cNvSpPr/>
          <p:nvPr/>
        </p:nvSpPr>
        <p:spPr>
          <a:xfrm>
            <a:off x="3339703" y="6186726"/>
            <a:ext cx="3617357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19380" y="4756190"/>
            <a:ext cx="4216479" cy="2555796"/>
          </a:xfrm>
          <a:prstGeom prst="roundRect">
            <a:avLst>
              <a:gd name="adj" fmla="val 5724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900" y="4756190"/>
            <a:ext cx="121920" cy="25557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64661" y="5010031"/>
            <a:ext cx="3617357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Локализация для европейского рынка</a:t>
            </a:r>
            <a:endParaRPr lang="en-US" sz="3300" dirty="0"/>
          </a:p>
        </p:txBody>
      </p:sp>
      <p:sp>
        <p:nvSpPr>
          <p:cNvPr id="22" name="Text 15"/>
          <p:cNvSpPr/>
          <p:nvPr/>
        </p:nvSpPr>
        <p:spPr>
          <a:xfrm>
            <a:off x="7764661" y="6712506"/>
            <a:ext cx="3617357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E35308C-4B4F-B82A-0782-3D6DE8D94B5D}"/>
              </a:ext>
            </a:extLst>
          </p:cNvPr>
          <p:cNvSpPr/>
          <p:nvPr/>
        </p:nvSpPr>
        <p:spPr>
          <a:xfrm>
            <a:off x="12744450" y="7692911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307" y="-12484"/>
            <a:ext cx="7255329" cy="59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40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Планы развития проекта</a:t>
            </a:r>
            <a:endParaRPr lang="en-US" sz="40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647944"/>
            <a:ext cx="22860" cy="586740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505635" y="1863447"/>
            <a:ext cx="605433" cy="2286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088207" y="1647944"/>
            <a:ext cx="453985" cy="453985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172682" y="1696819"/>
            <a:ext cx="284917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13315" y="1717238"/>
            <a:ext cx="3592830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Интеграция оплаты и доставки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2000" y="2115979"/>
            <a:ext cx="5544145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Подключение платёжных систем и служб доставки для автоматизации заказов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9333" y="3010972"/>
            <a:ext cx="605433" cy="2286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088207" y="2795468"/>
            <a:ext cx="453985" cy="453985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172682" y="2844344"/>
            <a:ext cx="284917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4255" y="2864763"/>
            <a:ext cx="31619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Развитие личного кабинета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324255" y="3263503"/>
            <a:ext cx="5544145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Расширенный функционал для пользователей: история покупок, избранное, уведомления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05635" y="4023003"/>
            <a:ext cx="605433" cy="2286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7088207" y="3807500"/>
            <a:ext cx="453985" cy="453985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172682" y="3856375"/>
            <a:ext cx="284917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32428" y="3876794"/>
            <a:ext cx="307371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Административная панель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62000" y="4275534"/>
            <a:ext cx="5544145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Расширение возможностей управления контентом без привлечения разработчика: управление каталогом, заказами, аналитика продаж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9333" y="5035034"/>
            <a:ext cx="605433" cy="2286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088207" y="4819531"/>
            <a:ext cx="453985" cy="453985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172682" y="4868406"/>
            <a:ext cx="284917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4255" y="4888825"/>
            <a:ext cx="2374344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Оптимизация UX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324255" y="5287566"/>
            <a:ext cx="554414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Повышение производительности, улучшение конверсии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05635" y="6047065"/>
            <a:ext cx="605433" cy="22860"/>
          </a:xfrm>
          <a:prstGeom prst="roundRect">
            <a:avLst>
              <a:gd name="adj" fmla="val 132428"/>
            </a:avLst>
          </a:prstGeom>
          <a:solidFill>
            <a:srgbClr val="5D606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7088207" y="5831562"/>
            <a:ext cx="453985" cy="453985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172682" y="5880437"/>
            <a:ext cx="284917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29094" y="5900857"/>
            <a:ext cx="3077051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Система купонов и скидок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2000" y="6299597"/>
            <a:ext cx="5544145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Гибкое управление промокодами и скидками</a:t>
            </a:r>
            <a:endParaRPr lang="en-US" sz="155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FE976C5-0CB7-2941-9154-25E920579074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6125" y="64481"/>
            <a:ext cx="61380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44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Технологический стек</a:t>
            </a:r>
            <a:endParaRPr lang="en-US" sz="44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343" y="1640493"/>
            <a:ext cx="2965490" cy="2965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8996" y="4905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56131" y="5384497"/>
            <a:ext cx="4118848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Next.js &amp; React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Material UI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Архитектура FSD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396" y="1640493"/>
            <a:ext cx="2965490" cy="29654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07048" y="4905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727780" y="5368269"/>
            <a:ext cx="3386989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NestJS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TypeScript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REST API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 Auth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48" y="1640493"/>
            <a:ext cx="2965490" cy="29654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25100" y="4905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073878" y="5384497"/>
            <a:ext cx="4118848" cy="11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Prisma ORM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httpOnly cookies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0A77FE3-8F94-2AE9-1D69-270D5FA80D82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CCD89-0CF9-0E3F-A084-2DF53A59B701}"/>
              </a:ext>
            </a:extLst>
          </p:cNvPr>
          <p:cNvSpPr txBox="1"/>
          <p:nvPr/>
        </p:nvSpPr>
        <p:spPr>
          <a:xfrm>
            <a:off x="4825125" y="7454146"/>
            <a:ext cx="4980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D5E4EE"/>
                </a:solidFill>
              </a:rPr>
              <a:t>А также </a:t>
            </a:r>
            <a:r>
              <a:rPr lang="en-US" sz="1200" dirty="0">
                <a:solidFill>
                  <a:srgbClr val="D5E4EE"/>
                </a:solidFill>
              </a:rPr>
              <a:t>CursorAI, Windsurf, ChatCPT, Deepseek, Gemini, Sora, Stitch, Lovable</a:t>
            </a:r>
            <a:endParaRPr lang="ru-RU" sz="1200" dirty="0">
              <a:solidFill>
                <a:srgbClr val="D5E4E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1291" y="151804"/>
            <a:ext cx="3199839" cy="878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36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Наша команда</a:t>
            </a:r>
            <a:endParaRPr lang="en-US" sz="36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989" y="1879878"/>
            <a:ext cx="2234922" cy="22349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493" y="1879878"/>
            <a:ext cx="2234922" cy="223492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413" y="1879878"/>
            <a:ext cx="2225159" cy="2225159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7783" y="1874996"/>
            <a:ext cx="2234922" cy="223492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069181" y="5034796"/>
            <a:ext cx="3007043" cy="2286119"/>
          </a:xfrm>
          <a:prstGeom prst="roundRect">
            <a:avLst>
              <a:gd name="adj" fmla="val 480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321" y="5034796"/>
            <a:ext cx="91440" cy="2286119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352907" y="5249942"/>
            <a:ext cx="239232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 разработчик</a:t>
            </a:r>
            <a:endParaRPr lang="en-US" sz="1750" dirty="0"/>
          </a:p>
        </p:txBody>
      </p:sp>
      <p:sp>
        <p:nvSpPr>
          <p:cNvPr id="10" name="Text 3"/>
          <p:cNvSpPr/>
          <p:nvPr/>
        </p:nvSpPr>
        <p:spPr>
          <a:xfrm>
            <a:off x="1352907" y="5625465"/>
            <a:ext cx="2508171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Беляков Даниил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1352907" y="5995630"/>
            <a:ext cx="2508171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Разработка клиентской части приложения + UI/UX дизайн, интеграция с backend API</a:t>
            </a:r>
            <a:endParaRPr lang="en-US" sz="1500" dirty="0"/>
          </a:p>
        </p:txBody>
      </p:sp>
      <p:sp>
        <p:nvSpPr>
          <p:cNvPr id="12" name="Shape 5"/>
          <p:cNvSpPr/>
          <p:nvPr/>
        </p:nvSpPr>
        <p:spPr>
          <a:xfrm>
            <a:off x="4230767" y="5034796"/>
            <a:ext cx="3007162" cy="2286119"/>
          </a:xfrm>
          <a:prstGeom prst="roundRect">
            <a:avLst>
              <a:gd name="adj" fmla="val 480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7907" y="5034796"/>
            <a:ext cx="91440" cy="228611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14493" y="5249942"/>
            <a:ext cx="231671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разработчик</a:t>
            </a:r>
            <a:endParaRPr lang="en-US" sz="1750" dirty="0"/>
          </a:p>
        </p:txBody>
      </p:sp>
      <p:sp>
        <p:nvSpPr>
          <p:cNvPr id="15" name="Text 7"/>
          <p:cNvSpPr/>
          <p:nvPr/>
        </p:nvSpPr>
        <p:spPr>
          <a:xfrm>
            <a:off x="4514493" y="5625465"/>
            <a:ext cx="2508290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Селиванов Александр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4514493" y="5995630"/>
            <a:ext cx="2508290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Реализация серверной логики, проектирование базы данных, разработка REST API</a:t>
            </a:r>
            <a:endParaRPr lang="en-US" sz="1500" dirty="0"/>
          </a:p>
        </p:txBody>
      </p:sp>
      <p:sp>
        <p:nvSpPr>
          <p:cNvPr id="17" name="Shape 9"/>
          <p:cNvSpPr/>
          <p:nvPr/>
        </p:nvSpPr>
        <p:spPr>
          <a:xfrm>
            <a:off x="7392472" y="5034796"/>
            <a:ext cx="3007043" cy="2286119"/>
          </a:xfrm>
          <a:prstGeom prst="roundRect">
            <a:avLst>
              <a:gd name="adj" fmla="val 480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9612" y="5034796"/>
            <a:ext cx="91440" cy="228611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676198" y="5249942"/>
            <a:ext cx="2316718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разработчик</a:t>
            </a:r>
            <a:endParaRPr lang="en-US" sz="1750" dirty="0"/>
          </a:p>
        </p:txBody>
      </p:sp>
      <p:sp>
        <p:nvSpPr>
          <p:cNvPr id="20" name="Text 11"/>
          <p:cNvSpPr/>
          <p:nvPr/>
        </p:nvSpPr>
        <p:spPr>
          <a:xfrm>
            <a:off x="7676198" y="5625465"/>
            <a:ext cx="2508171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Непринцева Дарья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7676198" y="5995630"/>
            <a:ext cx="2508171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Разработка бизнес-логики, работа с базой данных, участие в реализации пользовательских сценариев</a:t>
            </a:r>
            <a:endParaRPr lang="en-US" sz="1500" dirty="0"/>
          </a:p>
        </p:txBody>
      </p:sp>
      <p:sp>
        <p:nvSpPr>
          <p:cNvPr id="22" name="Shape 13"/>
          <p:cNvSpPr/>
          <p:nvPr/>
        </p:nvSpPr>
        <p:spPr>
          <a:xfrm>
            <a:off x="10554057" y="5034796"/>
            <a:ext cx="3007162" cy="2286119"/>
          </a:xfrm>
          <a:prstGeom prst="roundRect">
            <a:avLst>
              <a:gd name="adj" fmla="val 4800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1197" y="5034796"/>
            <a:ext cx="91440" cy="228611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0837783" y="5249942"/>
            <a:ext cx="2263021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Архитектор</a:t>
            </a:r>
            <a:endParaRPr lang="en-US" sz="1750" dirty="0"/>
          </a:p>
        </p:txBody>
      </p:sp>
      <p:sp>
        <p:nvSpPr>
          <p:cNvPr id="25" name="Text 15"/>
          <p:cNvSpPr/>
          <p:nvPr/>
        </p:nvSpPr>
        <p:spPr>
          <a:xfrm>
            <a:off x="10837783" y="5625465"/>
            <a:ext cx="2508290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Квашнин Владимир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10837783" y="5995630"/>
            <a:ext cx="2508290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Проектирование архитектуры приложения, выбор технологического стека</a:t>
            </a:r>
            <a:endParaRPr lang="en-US" sz="15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B8B42DE-1AC5-77B5-D2EE-A471F14A42A8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25930"/>
            <a:ext cx="60258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7650"/>
              </a:lnSpc>
            </a:pPr>
            <a:r>
              <a:rPr lang="ru-RU" sz="4400" dirty="0">
                <a:gradFill>
                  <a:gsLst>
                    <a:gs pos="65000">
                      <a:srgbClr val="FF8ACF"/>
                    </a:gs>
                    <a:gs pos="35000">
                      <a:srgbClr val="B196FF"/>
                    </a:gs>
                    <a:gs pos="0">
                      <a:srgbClr val="6DB0FF"/>
                    </a:gs>
                    <a:gs pos="100000">
                      <a:srgbClr val="FFA278"/>
                    </a:gs>
                  </a:gsLst>
                  <a:lin ang="0" scaled="0"/>
                </a:gradFill>
                <a:latin typeface="Lora" pitchFamily="34" charset="0"/>
              </a:rPr>
              <a:t>Спасибо за внимание</a:t>
            </a:r>
            <a:endParaRPr lang="en-US" sz="4400" dirty="0">
              <a:gradFill>
                <a:gsLst>
                  <a:gs pos="65000">
                    <a:srgbClr val="FF8ACF"/>
                  </a:gs>
                  <a:gs pos="35000">
                    <a:srgbClr val="B196FF"/>
                  </a:gs>
                  <a:gs pos="0">
                    <a:srgbClr val="6DB0FF"/>
                  </a:gs>
                  <a:gs pos="100000">
                    <a:srgbClr val="FFA278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196697" y="3058120"/>
            <a:ext cx="58265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Благодарим наших наставников за ценные советы, команду за слаженную работу и вас — за интерес к проекту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058120"/>
            <a:ext cx="30480" cy="1149072"/>
          </a:xfrm>
          <a:prstGeom prst="rect">
            <a:avLst/>
          </a:prstGeom>
          <a:solidFill>
            <a:srgbClr val="F98AC7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614761" y="3058120"/>
            <a:ext cx="2973110" cy="3176349"/>
          </a:xfrm>
          <a:prstGeom prst="roundRect">
            <a:avLst>
              <a:gd name="adj" fmla="val 120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7" y="3297436"/>
            <a:ext cx="718066" cy="71806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483" y="3494842"/>
            <a:ext cx="323136" cy="3231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4077" y="4254818"/>
            <a:ext cx="24944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Есть вопросы?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854077" y="4846082"/>
            <a:ext cx="249447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Готовы ответить и обсудить детали реализации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10827187" y="3058120"/>
            <a:ext cx="2973110" cy="3176349"/>
          </a:xfrm>
          <a:prstGeom prst="roundRect">
            <a:avLst>
              <a:gd name="adj" fmla="val 1208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502" y="3297436"/>
            <a:ext cx="718066" cy="718066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3908" y="3494842"/>
            <a:ext cx="323136" cy="3231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066502" y="4254818"/>
            <a:ext cx="24944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Интересует код?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066502" y="4846082"/>
            <a:ext cx="249447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Свяжитесь с нами для получения доступа к репозиторию</a:t>
            </a:r>
            <a:endParaRPr lang="en-US" sz="18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7CB36A9-5B6A-B4E1-62D8-9A7CBE7324E3}"/>
              </a:ext>
            </a:extLst>
          </p:cNvPr>
          <p:cNvSpPr/>
          <p:nvPr/>
        </p:nvSpPr>
        <p:spPr>
          <a:xfrm>
            <a:off x="12744450" y="7750969"/>
            <a:ext cx="1807369" cy="428625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369</Words>
  <Application>Microsoft Office PowerPoint</Application>
  <PresentationFormat>Произвольный</PresentationFormat>
  <Paragraphs>79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Source Sans 3</vt:lpstr>
      <vt:lpstr>Lora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Даниил Беляков</cp:lastModifiedBy>
  <cp:revision>5</cp:revision>
  <dcterms:created xsi:type="dcterms:W3CDTF">2026-01-29T11:16:31Z</dcterms:created>
  <dcterms:modified xsi:type="dcterms:W3CDTF">2026-01-30T07:13:43Z</dcterms:modified>
</cp:coreProperties>
</file>